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3" r:id="rId4"/>
  </p:sldMasterIdLst>
  <p:notesMasterIdLst>
    <p:notesMasterId r:id="rId14"/>
  </p:notesMasterIdLst>
  <p:handoutMasterIdLst>
    <p:handoutMasterId r:id="rId15"/>
  </p:handoutMasterIdLst>
  <p:sldIdLst>
    <p:sldId id="1497" r:id="rId5"/>
    <p:sldId id="1499" r:id="rId6"/>
    <p:sldId id="1500" r:id="rId7"/>
    <p:sldId id="1504" r:id="rId8"/>
    <p:sldId id="1510" r:id="rId9"/>
    <p:sldId id="1514" r:id="rId10"/>
    <p:sldId id="1509" r:id="rId11"/>
    <p:sldId id="1515" r:id="rId12"/>
    <p:sldId id="150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  <p188:author id="{E2AFCBE2-96AD-378F-B4C9-6D94B252CA9F}" name="Kaila Orsucci (ANDERSEN CONSULTANTS LLC)" initials="KO" userId="S::v-kaiorsucci@microsoft.com::6b53eb50-4ec2-4e76-8ec7-518784d2a6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102"/>
    <a:srgbClr val="F7E6D4"/>
    <a:srgbClr val="CC563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86" autoAdjust="0"/>
  </p:normalViewPr>
  <p:slideViewPr>
    <p:cSldViewPr snapToGrid="0">
      <p:cViewPr varScale="1">
        <p:scale>
          <a:sx n="47" d="100"/>
          <a:sy n="47" d="100"/>
        </p:scale>
        <p:origin x="6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9D005A-EF78-4DC8-A9B0-7B54127FABB3}" type="doc">
      <dgm:prSet loTypeId="urn:microsoft.com/office/officeart/2024/3/layout/ArchList1#2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6C0E93-31C2-4367-9734-22A77E91F852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 b="1" i="0" dirty="0">
              <a:solidFill>
                <a:schemeClr val="tx2"/>
              </a:solidFill>
              <a:latin typeface="+mn-lt"/>
            </a:rPr>
            <a:t>Mental health education campaigns focus on people who need persuasion</a:t>
          </a:r>
        </a:p>
      </dgm:t>
    </dgm:pt>
    <dgm:pt modelId="{8C6185DB-C15F-4142-9FFC-06798EBB4FD3}" type="parTrans" cxnId="{380048F8-519C-4DF3-983E-65F199CAF07C}">
      <dgm:prSet/>
      <dgm:spPr/>
      <dgm:t>
        <a:bodyPr/>
        <a:lstStyle/>
        <a:p>
          <a:endParaRPr lang="en-US" sz="1600">
            <a:solidFill>
              <a:schemeClr val="tx2"/>
            </a:solidFill>
            <a:latin typeface="+mn-lt"/>
          </a:endParaRPr>
        </a:p>
      </dgm:t>
    </dgm:pt>
    <dgm:pt modelId="{57C15597-8730-4C5E-950A-E3E94A8A5729}" type="sibTrans" cxnId="{380048F8-519C-4DF3-983E-65F199CAF07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 sz="1600">
            <a:solidFill>
              <a:schemeClr val="tx2"/>
            </a:solidFill>
            <a:latin typeface="+mn-lt"/>
          </a:endParaRPr>
        </a:p>
      </dgm:t>
    </dgm:pt>
    <dgm:pt modelId="{5DC4A6D3-8F5B-462C-98E5-9DBA04B5F5C0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600" b="0" i="0" dirty="0">
            <a:solidFill>
              <a:schemeClr val="tx2"/>
            </a:solidFill>
            <a:latin typeface="+mn-lt"/>
          </a:endParaRPr>
        </a:p>
      </dgm:t>
    </dgm:pt>
    <dgm:pt modelId="{05AC1DA1-5915-400C-AA8A-59903F7D8430}" type="parTrans" cxnId="{B8CDC488-4F8D-4EF9-86AB-BC5EDA02D830}">
      <dgm:prSet/>
      <dgm:spPr/>
      <dgm:t>
        <a:bodyPr/>
        <a:lstStyle/>
        <a:p>
          <a:endParaRPr lang="en-US" sz="1600">
            <a:solidFill>
              <a:schemeClr val="tx2"/>
            </a:solidFill>
            <a:latin typeface="+mn-lt"/>
          </a:endParaRPr>
        </a:p>
      </dgm:t>
    </dgm:pt>
    <dgm:pt modelId="{EBE04370-C115-496A-829B-022F025D9929}" type="sibTrans" cxnId="{B8CDC488-4F8D-4EF9-86AB-BC5EDA02D830}">
      <dgm:prSet/>
      <dgm:spPr/>
      <dgm:t>
        <a:bodyPr/>
        <a:lstStyle/>
        <a:p>
          <a:endParaRPr lang="en-US" sz="1600">
            <a:solidFill>
              <a:schemeClr val="tx2"/>
            </a:solidFill>
            <a:latin typeface="+mn-lt"/>
          </a:endParaRPr>
        </a:p>
      </dgm:t>
    </dgm:pt>
    <dgm:pt modelId="{6683C677-89E1-4E18-8444-F8D0F9174767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 b="1" i="0" dirty="0">
              <a:solidFill>
                <a:schemeClr val="tx2"/>
              </a:solidFill>
              <a:latin typeface="+mn-lt"/>
            </a:rPr>
            <a:t>Skepticism of anti-psychotic medication is identified before prescription</a:t>
          </a:r>
        </a:p>
      </dgm:t>
    </dgm:pt>
    <dgm:pt modelId="{9096D71F-9713-469B-ACE6-161111FE9A54}" type="parTrans" cxnId="{56C8B87E-0F96-4F20-8345-3069AB024E9E}">
      <dgm:prSet/>
      <dgm:spPr/>
      <dgm:t>
        <a:bodyPr/>
        <a:lstStyle/>
        <a:p>
          <a:endParaRPr lang="en-US" sz="1600">
            <a:solidFill>
              <a:schemeClr val="tx2"/>
            </a:solidFill>
            <a:latin typeface="+mn-lt"/>
          </a:endParaRPr>
        </a:p>
      </dgm:t>
    </dgm:pt>
    <dgm:pt modelId="{09D8EA0C-EED3-4BB1-8AEF-7CFB760A7162}" type="sibTrans" cxnId="{56C8B87E-0F96-4F20-8345-3069AB024E9E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 sz="1600">
            <a:solidFill>
              <a:schemeClr val="tx2"/>
            </a:solidFill>
            <a:latin typeface="+mn-lt"/>
          </a:endParaRPr>
        </a:p>
      </dgm:t>
    </dgm:pt>
    <dgm:pt modelId="{56734F44-9D7F-4CFB-9CBD-E0EEABC32D3D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600" b="0" i="0" dirty="0">
            <a:solidFill>
              <a:schemeClr val="tx2"/>
            </a:solidFill>
            <a:latin typeface="+mn-lt"/>
          </a:endParaRPr>
        </a:p>
      </dgm:t>
    </dgm:pt>
    <dgm:pt modelId="{A3AD6FCC-E4F5-46B4-B004-A23AC5C6F65B}" type="parTrans" cxnId="{BF038F71-DD3A-456F-94B1-E4A5F6A7590E}">
      <dgm:prSet/>
      <dgm:spPr/>
      <dgm:t>
        <a:bodyPr/>
        <a:lstStyle/>
        <a:p>
          <a:endParaRPr lang="en-US" sz="1600">
            <a:solidFill>
              <a:schemeClr val="tx2"/>
            </a:solidFill>
            <a:latin typeface="+mn-lt"/>
          </a:endParaRPr>
        </a:p>
      </dgm:t>
    </dgm:pt>
    <dgm:pt modelId="{9C036100-254F-47F6-B01F-1758F7BB772A}" type="sibTrans" cxnId="{BF038F71-DD3A-456F-94B1-E4A5F6A7590E}">
      <dgm:prSet/>
      <dgm:spPr/>
      <dgm:t>
        <a:bodyPr/>
        <a:lstStyle/>
        <a:p>
          <a:endParaRPr lang="en-US" sz="1600">
            <a:solidFill>
              <a:schemeClr val="tx2"/>
            </a:solidFill>
            <a:latin typeface="+mn-lt"/>
          </a:endParaRPr>
        </a:p>
      </dgm:t>
    </dgm:pt>
    <dgm:pt modelId="{1DD03B1B-225F-4F59-88E9-6E12FADD869B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600" b="1" i="0" dirty="0">
              <a:solidFill>
                <a:schemeClr val="tx2"/>
              </a:solidFill>
              <a:latin typeface="+mn-lt"/>
            </a:rPr>
            <a:t>Messaging can be tailored to underlying concerns</a:t>
          </a:r>
        </a:p>
      </dgm:t>
    </dgm:pt>
    <dgm:pt modelId="{FE2FFDD7-EC33-4C15-918C-5DE14D4351F6}" type="parTrans" cxnId="{3651E0FD-E66F-4F72-99C5-BD809EC3C96C}">
      <dgm:prSet/>
      <dgm:spPr/>
      <dgm:t>
        <a:bodyPr/>
        <a:lstStyle/>
        <a:p>
          <a:endParaRPr lang="en-US" sz="1600">
            <a:solidFill>
              <a:schemeClr val="tx2"/>
            </a:solidFill>
            <a:latin typeface="+mn-lt"/>
          </a:endParaRPr>
        </a:p>
      </dgm:t>
    </dgm:pt>
    <dgm:pt modelId="{36F1427C-26E2-4129-AD15-F3263C896B71}" type="sibTrans" cxnId="{3651E0FD-E66F-4F72-99C5-BD809EC3C96C}">
      <dgm:prSet/>
      <dgm:spPr/>
      <dgm:t>
        <a:bodyPr/>
        <a:lstStyle/>
        <a:p>
          <a:endParaRPr lang="en-US" sz="1600">
            <a:solidFill>
              <a:schemeClr val="tx2"/>
            </a:solidFill>
            <a:latin typeface="+mn-lt"/>
          </a:endParaRPr>
        </a:p>
      </dgm:t>
    </dgm:pt>
    <dgm:pt modelId="{F6C60737-054A-4D4C-890B-C348D450576A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600" b="0" i="0" dirty="0">
            <a:solidFill>
              <a:schemeClr val="tx2"/>
            </a:solidFill>
            <a:latin typeface="+mn-lt"/>
          </a:endParaRPr>
        </a:p>
      </dgm:t>
    </dgm:pt>
    <dgm:pt modelId="{AD74D646-4FE6-49CB-B06E-B0BEE753FD5B}" type="parTrans" cxnId="{6193C484-8ABE-4C8E-BC1B-11825138E8E6}">
      <dgm:prSet/>
      <dgm:spPr/>
      <dgm:t>
        <a:bodyPr/>
        <a:lstStyle/>
        <a:p>
          <a:endParaRPr lang="en-US" sz="1600">
            <a:solidFill>
              <a:schemeClr val="tx2"/>
            </a:solidFill>
            <a:latin typeface="+mn-lt"/>
          </a:endParaRPr>
        </a:p>
      </dgm:t>
    </dgm:pt>
    <dgm:pt modelId="{33DDF299-F25D-43EA-B386-54F6148ECB5B}" type="sibTrans" cxnId="{6193C484-8ABE-4C8E-BC1B-11825138E8E6}">
      <dgm:prSet/>
      <dgm:spPr/>
      <dgm:t>
        <a:bodyPr/>
        <a:lstStyle/>
        <a:p>
          <a:endParaRPr lang="en-US" sz="1600">
            <a:solidFill>
              <a:schemeClr val="tx2"/>
            </a:solidFill>
            <a:latin typeface="+mn-lt"/>
          </a:endParaRPr>
        </a:p>
      </dgm:t>
    </dgm:pt>
    <dgm:pt modelId="{439189D0-7625-4BFC-AE7F-D155DAEB60E0}" type="pres">
      <dgm:prSet presAssocID="{F79D005A-EF78-4DC8-A9B0-7B54127FABB3}" presName="Name0" presStyleCnt="0">
        <dgm:presLayoutVars>
          <dgm:dir/>
          <dgm:resizeHandles val="exact"/>
        </dgm:presLayoutVars>
      </dgm:prSet>
      <dgm:spPr/>
    </dgm:pt>
    <dgm:pt modelId="{427D038D-8874-450F-AD39-DCA5940C79C2}" type="pres">
      <dgm:prSet presAssocID="{5C6C0E93-31C2-4367-9734-22A77E91F852}" presName="compNode" presStyleCnt="0"/>
      <dgm:spPr/>
    </dgm:pt>
    <dgm:pt modelId="{C046629B-369E-4F2D-9BA1-5E3C2DFD91CF}" type="pres">
      <dgm:prSet presAssocID="{5C6C0E93-31C2-4367-9734-22A77E91F852}" presName="pictRect" presStyleLbl="revTx" presStyleIdx="0" presStyleCnt="6">
        <dgm:presLayoutVars>
          <dgm:chMax val="0"/>
          <dgm:bulletEnabled/>
        </dgm:presLayoutVars>
      </dgm:prSet>
      <dgm:spPr/>
    </dgm:pt>
    <dgm:pt modelId="{922F7867-BAA8-4280-885B-E9A3B540D23F}" type="pres">
      <dgm:prSet presAssocID="{5C6C0E93-31C2-4367-9734-22A77E91F852}" presName="textRect" presStyleLbl="revTx" presStyleIdx="1" presStyleCnt="6">
        <dgm:presLayoutVars>
          <dgm:bulletEnabled/>
        </dgm:presLayoutVars>
      </dgm:prSet>
      <dgm:spPr/>
    </dgm:pt>
    <dgm:pt modelId="{5B9D68AB-F95F-4888-AF28-C7B8CC572246}" type="pres">
      <dgm:prSet presAssocID="{57C15597-8730-4C5E-950A-E3E94A8A5729}" presName="sibTrans" presStyleLbl="sibTrans2D1" presStyleIdx="0" presStyleCnt="0"/>
      <dgm:spPr/>
    </dgm:pt>
    <dgm:pt modelId="{48C5B127-2DFE-4CE5-9384-32D732EE91F1}" type="pres">
      <dgm:prSet presAssocID="{6683C677-89E1-4E18-8444-F8D0F9174767}" presName="compNode" presStyleCnt="0"/>
      <dgm:spPr/>
    </dgm:pt>
    <dgm:pt modelId="{149E8246-107E-446D-83A2-2619E61A535F}" type="pres">
      <dgm:prSet presAssocID="{6683C677-89E1-4E18-8444-F8D0F9174767}" presName="pictRect" presStyleLbl="revTx" presStyleIdx="2" presStyleCnt="6">
        <dgm:presLayoutVars>
          <dgm:chMax val="0"/>
          <dgm:bulletEnabled/>
        </dgm:presLayoutVars>
      </dgm:prSet>
      <dgm:spPr/>
    </dgm:pt>
    <dgm:pt modelId="{8EE598D4-3436-4B47-84B1-DAD22BF1454E}" type="pres">
      <dgm:prSet presAssocID="{6683C677-89E1-4E18-8444-F8D0F9174767}" presName="textRect" presStyleLbl="revTx" presStyleIdx="3" presStyleCnt="6">
        <dgm:presLayoutVars>
          <dgm:bulletEnabled/>
        </dgm:presLayoutVars>
      </dgm:prSet>
      <dgm:spPr/>
    </dgm:pt>
    <dgm:pt modelId="{4AFCB975-8743-43A1-8661-60F23E9B89A3}" type="pres">
      <dgm:prSet presAssocID="{09D8EA0C-EED3-4BB1-8AEF-7CFB760A7162}" presName="sibTrans" presStyleLbl="sibTrans2D1" presStyleIdx="0" presStyleCnt="0"/>
      <dgm:spPr/>
    </dgm:pt>
    <dgm:pt modelId="{CDF5A025-CFDC-4004-91F9-1AE14552A37B}" type="pres">
      <dgm:prSet presAssocID="{1DD03B1B-225F-4F59-88E9-6E12FADD869B}" presName="compNode" presStyleCnt="0"/>
      <dgm:spPr/>
    </dgm:pt>
    <dgm:pt modelId="{7601E8C4-7F17-4695-B1CE-57EF4035A40F}" type="pres">
      <dgm:prSet presAssocID="{1DD03B1B-225F-4F59-88E9-6E12FADD869B}" presName="pictRect" presStyleLbl="revTx" presStyleIdx="4" presStyleCnt="6">
        <dgm:presLayoutVars>
          <dgm:chMax val="0"/>
          <dgm:bulletEnabled/>
        </dgm:presLayoutVars>
      </dgm:prSet>
      <dgm:spPr/>
    </dgm:pt>
    <dgm:pt modelId="{4089A5D8-997B-4184-99FA-4FC49BC3D349}" type="pres">
      <dgm:prSet presAssocID="{1DD03B1B-225F-4F59-88E9-6E12FADD869B}" presName="textRect" presStyleLbl="revTx" presStyleIdx="5" presStyleCnt="6">
        <dgm:presLayoutVars>
          <dgm:bulletEnabled/>
        </dgm:presLayoutVars>
      </dgm:prSet>
      <dgm:spPr/>
    </dgm:pt>
  </dgm:ptLst>
  <dgm:cxnLst>
    <dgm:cxn modelId="{6E9CBC10-6408-4B6B-9D91-3B6CF69723A7}" type="presOf" srcId="{56734F44-9D7F-4CFB-9CBD-E0EEABC32D3D}" destId="{8EE598D4-3436-4B47-84B1-DAD22BF1454E}" srcOrd="0" destOrd="0" presId="urn:microsoft.com/office/officeart/2024/3/layout/ArchList1#26"/>
    <dgm:cxn modelId="{F20F3214-47B8-4901-993F-1C150E72B110}" type="presOf" srcId="{F79D005A-EF78-4DC8-A9B0-7B54127FABB3}" destId="{439189D0-7625-4BFC-AE7F-D155DAEB60E0}" srcOrd="0" destOrd="0" presId="urn:microsoft.com/office/officeart/2024/3/layout/ArchList1#26"/>
    <dgm:cxn modelId="{C8E9B118-1144-4153-9F17-68806EA98F56}" type="presOf" srcId="{09D8EA0C-EED3-4BB1-8AEF-7CFB760A7162}" destId="{4AFCB975-8743-43A1-8661-60F23E9B89A3}" srcOrd="0" destOrd="0" presId="urn:microsoft.com/office/officeart/2024/3/layout/ArchList1#26"/>
    <dgm:cxn modelId="{8BAEE11B-222F-42FE-A09C-06651794E8C6}" type="presOf" srcId="{5C6C0E93-31C2-4367-9734-22A77E91F852}" destId="{C046629B-369E-4F2D-9BA1-5E3C2DFD91CF}" srcOrd="0" destOrd="0" presId="urn:microsoft.com/office/officeart/2024/3/layout/ArchList1#26"/>
    <dgm:cxn modelId="{AA786369-BAB6-4E7D-8D40-3038C2F9BD94}" type="presOf" srcId="{F6C60737-054A-4D4C-890B-C348D450576A}" destId="{4089A5D8-997B-4184-99FA-4FC49BC3D349}" srcOrd="0" destOrd="0" presId="urn:microsoft.com/office/officeart/2024/3/layout/ArchList1#26"/>
    <dgm:cxn modelId="{BF038F71-DD3A-456F-94B1-E4A5F6A7590E}" srcId="{6683C677-89E1-4E18-8444-F8D0F9174767}" destId="{56734F44-9D7F-4CFB-9CBD-E0EEABC32D3D}" srcOrd="0" destOrd="0" parTransId="{A3AD6FCC-E4F5-46B4-B004-A23AC5C6F65B}" sibTransId="{9C036100-254F-47F6-B01F-1758F7BB772A}"/>
    <dgm:cxn modelId="{08D96A7A-7B33-4E0A-B8CD-43FF03620A4D}" type="presOf" srcId="{6683C677-89E1-4E18-8444-F8D0F9174767}" destId="{149E8246-107E-446D-83A2-2619E61A535F}" srcOrd="0" destOrd="0" presId="urn:microsoft.com/office/officeart/2024/3/layout/ArchList1#26"/>
    <dgm:cxn modelId="{56C8B87E-0F96-4F20-8345-3069AB024E9E}" srcId="{F79D005A-EF78-4DC8-A9B0-7B54127FABB3}" destId="{6683C677-89E1-4E18-8444-F8D0F9174767}" srcOrd="1" destOrd="0" parTransId="{9096D71F-9713-469B-ACE6-161111FE9A54}" sibTransId="{09D8EA0C-EED3-4BB1-8AEF-7CFB760A7162}"/>
    <dgm:cxn modelId="{D1B1DD7F-1A0E-4B47-A656-BC529ACC4476}" type="presOf" srcId="{5DC4A6D3-8F5B-462C-98E5-9DBA04B5F5C0}" destId="{922F7867-BAA8-4280-885B-E9A3B540D23F}" srcOrd="0" destOrd="0" presId="urn:microsoft.com/office/officeart/2024/3/layout/ArchList1#26"/>
    <dgm:cxn modelId="{6193C484-8ABE-4C8E-BC1B-11825138E8E6}" srcId="{1DD03B1B-225F-4F59-88E9-6E12FADD869B}" destId="{F6C60737-054A-4D4C-890B-C348D450576A}" srcOrd="0" destOrd="0" parTransId="{AD74D646-4FE6-49CB-B06E-B0BEE753FD5B}" sibTransId="{33DDF299-F25D-43EA-B386-54F6148ECB5B}"/>
    <dgm:cxn modelId="{B8CDC488-4F8D-4EF9-86AB-BC5EDA02D830}" srcId="{5C6C0E93-31C2-4367-9734-22A77E91F852}" destId="{5DC4A6D3-8F5B-462C-98E5-9DBA04B5F5C0}" srcOrd="0" destOrd="0" parTransId="{05AC1DA1-5915-400C-AA8A-59903F7D8430}" sibTransId="{EBE04370-C115-496A-829B-022F025D9929}"/>
    <dgm:cxn modelId="{B029E4AA-8B93-47D3-B437-B1BD6DD71A20}" type="presOf" srcId="{1DD03B1B-225F-4F59-88E9-6E12FADD869B}" destId="{7601E8C4-7F17-4695-B1CE-57EF4035A40F}" srcOrd="0" destOrd="0" presId="urn:microsoft.com/office/officeart/2024/3/layout/ArchList1#26"/>
    <dgm:cxn modelId="{3D5AEDEE-0A77-43E9-86F0-551CA752D47B}" type="presOf" srcId="{57C15597-8730-4C5E-950A-E3E94A8A5729}" destId="{5B9D68AB-F95F-4888-AF28-C7B8CC572246}" srcOrd="0" destOrd="0" presId="urn:microsoft.com/office/officeart/2024/3/layout/ArchList1#26"/>
    <dgm:cxn modelId="{380048F8-519C-4DF3-983E-65F199CAF07C}" srcId="{F79D005A-EF78-4DC8-A9B0-7B54127FABB3}" destId="{5C6C0E93-31C2-4367-9734-22A77E91F852}" srcOrd="0" destOrd="0" parTransId="{8C6185DB-C15F-4142-9FFC-06798EBB4FD3}" sibTransId="{57C15597-8730-4C5E-950A-E3E94A8A5729}"/>
    <dgm:cxn modelId="{3651E0FD-E66F-4F72-99C5-BD809EC3C96C}" srcId="{F79D005A-EF78-4DC8-A9B0-7B54127FABB3}" destId="{1DD03B1B-225F-4F59-88E9-6E12FADD869B}" srcOrd="2" destOrd="0" parTransId="{FE2FFDD7-EC33-4C15-918C-5DE14D4351F6}" sibTransId="{36F1427C-26E2-4129-AD15-F3263C896B71}"/>
    <dgm:cxn modelId="{C4441C21-4D4A-419E-BDB5-0EFDEC6881AA}" type="presParOf" srcId="{439189D0-7625-4BFC-AE7F-D155DAEB60E0}" destId="{427D038D-8874-450F-AD39-DCA5940C79C2}" srcOrd="0" destOrd="0" presId="urn:microsoft.com/office/officeart/2024/3/layout/ArchList1#26"/>
    <dgm:cxn modelId="{35BD9CA1-4C81-4437-9E5F-F14F1F9C26BE}" type="presParOf" srcId="{427D038D-8874-450F-AD39-DCA5940C79C2}" destId="{C046629B-369E-4F2D-9BA1-5E3C2DFD91CF}" srcOrd="0" destOrd="0" presId="urn:microsoft.com/office/officeart/2024/3/layout/ArchList1#26"/>
    <dgm:cxn modelId="{0B25A04F-F6D2-4255-AE2F-F93FD358A9F0}" type="presParOf" srcId="{427D038D-8874-450F-AD39-DCA5940C79C2}" destId="{922F7867-BAA8-4280-885B-E9A3B540D23F}" srcOrd="1" destOrd="0" presId="urn:microsoft.com/office/officeart/2024/3/layout/ArchList1#26"/>
    <dgm:cxn modelId="{4FBA8DEA-058A-488C-9128-632035E3EAD3}" type="presParOf" srcId="{439189D0-7625-4BFC-AE7F-D155DAEB60E0}" destId="{5B9D68AB-F95F-4888-AF28-C7B8CC572246}" srcOrd="1" destOrd="0" presId="urn:microsoft.com/office/officeart/2024/3/layout/ArchList1#26"/>
    <dgm:cxn modelId="{E32CAB04-EB91-48B0-88D3-91BB21C269B5}" type="presParOf" srcId="{439189D0-7625-4BFC-AE7F-D155DAEB60E0}" destId="{48C5B127-2DFE-4CE5-9384-32D732EE91F1}" srcOrd="2" destOrd="0" presId="urn:microsoft.com/office/officeart/2024/3/layout/ArchList1#26"/>
    <dgm:cxn modelId="{3247B220-9C19-44F7-B795-F64ED64B9E4D}" type="presParOf" srcId="{48C5B127-2DFE-4CE5-9384-32D732EE91F1}" destId="{149E8246-107E-446D-83A2-2619E61A535F}" srcOrd="0" destOrd="0" presId="urn:microsoft.com/office/officeart/2024/3/layout/ArchList1#26"/>
    <dgm:cxn modelId="{2B0159A6-CBB2-4720-AD9D-7D0D21E11BFE}" type="presParOf" srcId="{48C5B127-2DFE-4CE5-9384-32D732EE91F1}" destId="{8EE598D4-3436-4B47-84B1-DAD22BF1454E}" srcOrd="1" destOrd="0" presId="urn:microsoft.com/office/officeart/2024/3/layout/ArchList1#26"/>
    <dgm:cxn modelId="{C4A25BD5-B19C-4B50-B226-AE9161EA5D48}" type="presParOf" srcId="{439189D0-7625-4BFC-AE7F-D155DAEB60E0}" destId="{4AFCB975-8743-43A1-8661-60F23E9B89A3}" srcOrd="3" destOrd="0" presId="urn:microsoft.com/office/officeart/2024/3/layout/ArchList1#26"/>
    <dgm:cxn modelId="{3904024F-68F4-46C4-B2F0-EFA55405E3F3}" type="presParOf" srcId="{439189D0-7625-4BFC-AE7F-D155DAEB60E0}" destId="{CDF5A025-CFDC-4004-91F9-1AE14552A37B}" srcOrd="4" destOrd="0" presId="urn:microsoft.com/office/officeart/2024/3/layout/ArchList1#26"/>
    <dgm:cxn modelId="{6E5E03FD-89E3-4F21-880B-A61477759132}" type="presParOf" srcId="{CDF5A025-CFDC-4004-91F9-1AE14552A37B}" destId="{7601E8C4-7F17-4695-B1CE-57EF4035A40F}" srcOrd="0" destOrd="0" presId="urn:microsoft.com/office/officeart/2024/3/layout/ArchList1#26"/>
    <dgm:cxn modelId="{387C8A76-3DF5-4D94-95AC-2E13970FACED}" type="presParOf" srcId="{CDF5A025-CFDC-4004-91F9-1AE14552A37B}" destId="{4089A5D8-997B-4184-99FA-4FC49BC3D349}" srcOrd="1" destOrd="0" presId="urn:microsoft.com/office/officeart/2024/3/layout/ArchList1#2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6629B-369E-4F2D-9BA1-5E3C2DFD91CF}">
      <dsp:nvSpPr>
        <dsp:cNvPr id="0" name=""/>
        <dsp:cNvSpPr/>
      </dsp:nvSpPr>
      <dsp:spPr>
        <a:xfrm>
          <a:off x="0" y="0"/>
          <a:ext cx="3414117" cy="779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dirty="0">
              <a:solidFill>
                <a:schemeClr val="tx2"/>
              </a:solidFill>
              <a:latin typeface="+mn-lt"/>
            </a:rPr>
            <a:t>Mental health education campaigns focus on people who need persuasion</a:t>
          </a:r>
        </a:p>
      </dsp:txBody>
      <dsp:txXfrm>
        <a:off x="0" y="0"/>
        <a:ext cx="3414117" cy="779807"/>
      </dsp:txXfrm>
    </dsp:sp>
    <dsp:sp modelId="{922F7867-BAA8-4280-885B-E9A3B540D23F}">
      <dsp:nvSpPr>
        <dsp:cNvPr id="0" name=""/>
        <dsp:cNvSpPr/>
      </dsp:nvSpPr>
      <dsp:spPr>
        <a:xfrm>
          <a:off x="0" y="779807"/>
          <a:ext cx="3414117" cy="1841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0" i="0" kern="1200" dirty="0">
            <a:solidFill>
              <a:schemeClr val="tx2"/>
            </a:solidFill>
            <a:latin typeface="+mn-lt"/>
          </a:endParaRPr>
        </a:p>
      </dsp:txBody>
      <dsp:txXfrm>
        <a:off x="0" y="779807"/>
        <a:ext cx="3414117" cy="1841807"/>
      </dsp:txXfrm>
    </dsp:sp>
    <dsp:sp modelId="{149E8246-107E-446D-83A2-2619E61A535F}">
      <dsp:nvSpPr>
        <dsp:cNvPr id="0" name=""/>
        <dsp:cNvSpPr/>
      </dsp:nvSpPr>
      <dsp:spPr>
        <a:xfrm>
          <a:off x="3755528" y="0"/>
          <a:ext cx="3414117" cy="779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dirty="0">
              <a:solidFill>
                <a:schemeClr val="tx2"/>
              </a:solidFill>
              <a:latin typeface="+mn-lt"/>
            </a:rPr>
            <a:t>Skepticism of anti-psychotic medication is identified before prescription</a:t>
          </a:r>
        </a:p>
      </dsp:txBody>
      <dsp:txXfrm>
        <a:off x="3755528" y="0"/>
        <a:ext cx="3414117" cy="779807"/>
      </dsp:txXfrm>
    </dsp:sp>
    <dsp:sp modelId="{8EE598D4-3436-4B47-84B1-DAD22BF1454E}">
      <dsp:nvSpPr>
        <dsp:cNvPr id="0" name=""/>
        <dsp:cNvSpPr/>
      </dsp:nvSpPr>
      <dsp:spPr>
        <a:xfrm>
          <a:off x="3755528" y="779807"/>
          <a:ext cx="3414117" cy="1841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0" i="0" kern="1200" dirty="0">
            <a:solidFill>
              <a:schemeClr val="tx2"/>
            </a:solidFill>
            <a:latin typeface="+mn-lt"/>
          </a:endParaRPr>
        </a:p>
      </dsp:txBody>
      <dsp:txXfrm>
        <a:off x="3755528" y="779807"/>
        <a:ext cx="3414117" cy="1841807"/>
      </dsp:txXfrm>
    </dsp:sp>
    <dsp:sp modelId="{7601E8C4-7F17-4695-B1CE-57EF4035A40F}">
      <dsp:nvSpPr>
        <dsp:cNvPr id="0" name=""/>
        <dsp:cNvSpPr/>
      </dsp:nvSpPr>
      <dsp:spPr>
        <a:xfrm>
          <a:off x="7511057" y="0"/>
          <a:ext cx="3414117" cy="779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i="0" kern="1200" dirty="0">
              <a:solidFill>
                <a:schemeClr val="tx2"/>
              </a:solidFill>
              <a:latin typeface="+mn-lt"/>
            </a:rPr>
            <a:t>Messaging can be tailored to underlying concerns</a:t>
          </a:r>
        </a:p>
      </dsp:txBody>
      <dsp:txXfrm>
        <a:off x="7511057" y="0"/>
        <a:ext cx="3414117" cy="779807"/>
      </dsp:txXfrm>
    </dsp:sp>
    <dsp:sp modelId="{4089A5D8-997B-4184-99FA-4FC49BC3D349}">
      <dsp:nvSpPr>
        <dsp:cNvPr id="0" name=""/>
        <dsp:cNvSpPr/>
      </dsp:nvSpPr>
      <dsp:spPr>
        <a:xfrm>
          <a:off x="7511057" y="779807"/>
          <a:ext cx="3414117" cy="1841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0" i="0" kern="1200" dirty="0">
            <a:solidFill>
              <a:schemeClr val="tx2"/>
            </a:solidFill>
            <a:latin typeface="+mn-lt"/>
          </a:endParaRPr>
        </a:p>
      </dsp:txBody>
      <dsp:txXfrm>
        <a:off x="7511057" y="779807"/>
        <a:ext cx="3414117" cy="18418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ArchList1#26">
  <dgm:title val="Flexible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linDir" val="from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jp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jpg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Autofit/>
          </a:bodyPr>
          <a:lstStyle>
            <a:lvl1pPr algn="l"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540A2A-5578-B047-A607-CB4F5628A42D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64139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703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2000"/>
            </a:lvl2pPr>
            <a:lvl3pPr>
              <a:defRPr sz="2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690BC1B-9D1C-944E-987E-4C99541780F7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412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5"/>
            <a:ext cx="4361687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AD05014-C39F-5246-98DD-E4D922ECDC9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4573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137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489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453002"/>
            <a:ext cx="195177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38D450-E3FE-2A4E-AC56-63427DCC773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35208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0849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EE3BD471-B3AB-52AD-E243-A411D22A30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0705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387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9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1208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B5BBC2A-39E9-E745-869A-3DFEF0CBD201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51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Autofit/>
          </a:bodyPr>
          <a:lstStyle>
            <a:lvl1pPr algn="l">
              <a:defRPr sz="1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673DB68-38CE-354B-9260-12B5C94629BE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562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9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D831B3-9986-CB4D-98AB-F72D799770C8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225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Line">
            <a:extLst>
              <a:ext uri="{FF2B5EF4-FFF2-40B4-BE49-F238E27FC236}">
                <a16:creationId xmlns:a16="http://schemas.microsoft.com/office/drawing/2014/main" id="{AE8D7E1C-BD8A-2636-7E06-7D198D168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30" y="5115839"/>
            <a:ext cx="10923934" cy="7451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044"/>
            <a:ext cx="10923934" cy="4227782"/>
          </a:xfrm>
        </p:spPr>
        <p:txBody>
          <a:bodyPr anchor="b">
            <a:noAutofit/>
          </a:bodyPr>
          <a:lstStyle>
            <a:lvl1pPr algn="l">
              <a:lnSpc>
                <a:spcPct val="75000"/>
              </a:lnSpc>
              <a:defRPr sz="11600" spc="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856285"/>
            <a:ext cx="9424374" cy="3657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8C60AE3-E908-DF41-84A2-DC8B7B32901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7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237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9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1069D6-A2C3-AD44-ACFC-2D3F174E0036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180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Line">
            <a:extLst>
              <a:ext uri="{FF2B5EF4-FFF2-40B4-BE49-F238E27FC236}">
                <a16:creationId xmlns:a16="http://schemas.microsoft.com/office/drawing/2014/main" id="{9B43CF31-7993-E1EC-6332-7EC081516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30" y="5862884"/>
            <a:ext cx="10923934" cy="745198"/>
          </a:xfrm>
          <a:prstGeom prst="rect">
            <a:avLst/>
          </a:prstGeom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0F499242-4D68-E0D9-7C3B-9B9D0D654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2129474"/>
            <a:ext cx="10923934" cy="3733410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80000"/>
              </a:lnSpc>
              <a:defRPr sz="9400" b="0" i="0" cap="all" spc="-9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4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613BFF-EB9B-B548-A0FD-59AF1D485CF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014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5782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913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Line">
            <a:extLst>
              <a:ext uri="{FF2B5EF4-FFF2-40B4-BE49-F238E27FC236}">
                <a16:creationId xmlns:a16="http://schemas.microsoft.com/office/drawing/2014/main" id="{2796F9B5-7FCA-165B-81FF-CCFC51361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30" y="5862884"/>
            <a:ext cx="10923934" cy="745198"/>
          </a:xfrm>
          <a:prstGeom prst="rect">
            <a:avLst/>
          </a:prstGeom>
        </p:spPr>
      </p:pic>
      <p:sp>
        <p:nvSpPr>
          <p:cNvPr id="54" name="Title 1">
            <a:extLst>
              <a:ext uri="{FF2B5EF4-FFF2-40B4-BE49-F238E27FC236}">
                <a16:creationId xmlns:a16="http://schemas.microsoft.com/office/drawing/2014/main" id="{D60062CE-FB5B-98B4-DD60-2BDB87915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2129474"/>
            <a:ext cx="10923934" cy="3727767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80000"/>
              </a:lnSpc>
              <a:defRPr sz="9400" b="0" i="0" cap="all" spc="-9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1" name="Date Placeholder 3">
            <a:extLst>
              <a:ext uri="{FF2B5EF4-FFF2-40B4-BE49-F238E27FC236}">
                <a16:creationId xmlns:a16="http://schemas.microsoft.com/office/drawing/2014/main" id="{2F6A41B8-283F-AD78-7825-96B74106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4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613BFF-EB9B-B548-A0FD-59AF1D485CF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2" name="Footer Placeholder 4">
            <a:extLst>
              <a:ext uri="{FF2B5EF4-FFF2-40B4-BE49-F238E27FC236}">
                <a16:creationId xmlns:a16="http://schemas.microsoft.com/office/drawing/2014/main" id="{27A23E48-70A1-5D87-06C3-5B994014D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014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3" name="Slide Number Placeholder 5">
            <a:extLst>
              <a:ext uri="{FF2B5EF4-FFF2-40B4-BE49-F238E27FC236}">
                <a16:creationId xmlns:a16="http://schemas.microsoft.com/office/drawing/2014/main" id="{DC44A23F-66C2-EA6D-F59D-E9A91E0B2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5782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383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Autofit/>
          </a:bodyPr>
          <a:lstStyle>
            <a:lvl1pPr>
              <a:defRPr sz="9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2000"/>
            </a:lvl2pPr>
            <a:lvl3pPr marL="457200" indent="0">
              <a:buFont typeface="Arial" panose="020B0604020202020204" pitchFamily="34" charset="0"/>
              <a:buNone/>
              <a:defRPr sz="20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6" y="6453002"/>
            <a:ext cx="3494314" cy="365125"/>
          </a:xfrm>
        </p:spPr>
        <p:txBody>
          <a:bodyPr/>
          <a:lstStyle/>
          <a:p>
            <a:fld id="{8B79F0DB-3AF1-4048-9F5A-962BE0B1A6D2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621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FE1EB0A-550A-CEE3-A369-31648EAB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Autofit/>
          </a:bodyPr>
          <a:lstStyle>
            <a:lvl1pPr>
              <a:defRPr sz="9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C56172B-3A8C-FD41-E1AF-B7A6C221E5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68C1E06D-4640-E698-C102-34E6576B7E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>
                <a:solidFill>
                  <a:schemeClr val="tx2"/>
                </a:solidFill>
              </a:defRPr>
            </a:lvl1pPr>
            <a:lvl2pPr marL="228600" indent="0">
              <a:buFont typeface="+mj-lt"/>
              <a:buNone/>
              <a:defRPr sz="1800">
                <a:solidFill>
                  <a:schemeClr val="tx2"/>
                </a:solidFill>
              </a:defRPr>
            </a:lvl2pPr>
            <a:lvl3pPr marL="457200" indent="0">
              <a:buFont typeface="+mj-lt"/>
              <a:buNone/>
              <a:defRPr sz="180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sz="1800"/>
            </a:lvl4pPr>
            <a:lvl5pPr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F2FDAA79-3182-5335-A6FF-E32CCDE6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E45A01-4A32-4AB4-BD6F-540E77D8A25B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3D92EE39-87E3-3370-9DE3-71700ED71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659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1EFA36F7-B0F1-BB19-57FE-2EF517E5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223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555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Line">
            <a:extLst>
              <a:ext uri="{FF2B5EF4-FFF2-40B4-BE49-F238E27FC236}">
                <a16:creationId xmlns:a16="http://schemas.microsoft.com/office/drawing/2014/main" id="{EDA24A94-6BB7-BD99-F58E-599E702429E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29" y="3586186"/>
            <a:ext cx="5652471" cy="36576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BE740DFB-8275-3B3A-B23D-1A1F65B77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5652471" cy="224219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0000"/>
              </a:lnSpc>
              <a:defRPr sz="9400" b="0" i="0" cap="all" spc="-9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Content Placeholder 7">
            <a:extLst>
              <a:ext uri="{FF2B5EF4-FFF2-40B4-BE49-F238E27FC236}">
                <a16:creationId xmlns:a16="http://schemas.microsoft.com/office/drawing/2014/main" id="{281DE969-26C2-51F8-FB8C-5BF22649B3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4028" y="3981767"/>
            <a:ext cx="5652472" cy="2241234"/>
          </a:xfrm>
        </p:spPr>
        <p:txBody>
          <a:bodyPr anchor="ctr">
            <a:normAutofit/>
          </a:bodyPr>
          <a:lstStyle>
            <a:lvl1pPr marL="0" indent="0">
              <a:lnSpc>
                <a:spcPct val="85000"/>
              </a:lnSpc>
              <a:buFont typeface="Arial" panose="020B0604020202020204" pitchFamily="34" charset="0"/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 marL="228600" indent="0">
              <a:buFont typeface="+mj-lt"/>
              <a:buNone/>
              <a:defRPr>
                <a:solidFill>
                  <a:schemeClr val="tx2"/>
                </a:solidFill>
                <a:latin typeface="+mn-lt"/>
              </a:defRPr>
            </a:lvl2pPr>
            <a:lvl3pPr marL="457200" indent="0">
              <a:buFont typeface="+mj-lt"/>
              <a:buNone/>
              <a:defRPr>
                <a:solidFill>
                  <a:schemeClr val="tx2"/>
                </a:solidFill>
                <a:latin typeface="+mn-lt"/>
              </a:defRPr>
            </a:lvl3pPr>
            <a:lvl4pPr marL="685800" indent="0">
              <a:buFont typeface="+mj-lt"/>
              <a:buNone/>
              <a:defRPr/>
            </a:lvl4pPr>
            <a:lvl5pPr marL="914400" indent="0">
              <a:buFont typeface="+mj-lt"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Date Placeholder 4">
            <a:extLst>
              <a:ext uri="{FF2B5EF4-FFF2-40B4-BE49-F238E27FC236}">
                <a16:creationId xmlns:a16="http://schemas.microsoft.com/office/drawing/2014/main" id="{F6C9393C-BE33-3D7E-0B24-2B65765CE5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8" y="6453002"/>
            <a:ext cx="10676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5181DF-A557-B54F-A3EC-E0F1AA454BFA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3AA959AD-0DC9-D641-41EF-9D2274727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165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4" name="Slide Number Placeholder 6">
            <a:extLst>
              <a:ext uri="{FF2B5EF4-FFF2-40B4-BE49-F238E27FC236}">
                <a16:creationId xmlns:a16="http://schemas.microsoft.com/office/drawing/2014/main" id="{90330CCA-1CBB-B8FA-CFB6-4BF04483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729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0" name="Picture Placeholder 10">
            <a:extLst>
              <a:ext uri="{FF2B5EF4-FFF2-40B4-BE49-F238E27FC236}">
                <a16:creationId xmlns:a16="http://schemas.microsoft.com/office/drawing/2014/main" id="{3DD4BE18-D8F5-E121-55F3-32B95583885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20529" y="0"/>
            <a:ext cx="5271472" cy="6858000"/>
          </a:xfrm>
          <a:blipFill dpi="0" rotWithShape="1">
            <a:blip r:embed="rId4">
              <a:alphaModFix amt="60000"/>
            </a:blip>
            <a:srcRect/>
            <a:stretch>
              <a:fillRect l="-220" t="-3607" r="-2165" b="-903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27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Autofit/>
          </a:bodyPr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347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305EA6-BBAC-6E4B-964A-D6F60BBF3AB2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14064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9705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846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347" y="6453002"/>
            <a:ext cx="3494314" cy="365125"/>
          </a:xfrm>
        </p:spPr>
        <p:txBody>
          <a:bodyPr/>
          <a:lstStyle/>
          <a:p>
            <a:fld id="{8852D022-5226-9D40-B82A-7D8C886A142E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91065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46706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7413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600">
                <a:solidFill>
                  <a:schemeClr val="tx2"/>
                </a:solidFill>
              </a:defRPr>
            </a:lvl2pPr>
            <a:lvl3pPr marL="457200" indent="0">
              <a:buNone/>
              <a:defRPr sz="16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A8D886-BBF3-7F4C-B754-2145FE7638A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1655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7219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539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Autofit/>
          </a:bodyPr>
          <a:lstStyle>
            <a:lvl1pPr>
              <a:defRPr sz="9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228600" indent="0">
              <a:buNone/>
              <a:defRPr sz="1600">
                <a:solidFill>
                  <a:schemeClr val="bg2"/>
                </a:solidFill>
              </a:defRPr>
            </a:lvl2pPr>
            <a:lvl3pPr marL="457200" indent="0">
              <a:buNone/>
              <a:defRPr sz="1600">
                <a:solidFill>
                  <a:schemeClr val="bg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6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B6ADF20-7997-2546-8E91-4CD9ED2C6F32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9756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3206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9964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Autofit/>
          </a:bodyPr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2533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A3023C-1830-6D43-8E15-68964EAA5E2E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34619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0260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911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74C27216-5A6D-E1CC-74C5-D39B47557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5000"/>
            <a:ext cx="4714882" cy="5588000"/>
          </a:xfrm>
        </p:spPr>
        <p:txBody>
          <a:bodyPr anchor="t">
            <a:noAutofit/>
          </a:bodyPr>
          <a:lstStyle>
            <a:lvl1pPr>
              <a:defRPr sz="9400" b="0" i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499" y="634999"/>
            <a:ext cx="5271465" cy="5588001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9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75DCFB8-B573-B542-A6DF-FEACB0967523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7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4729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4" cy="14881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30" y="2495234"/>
            <a:ext cx="10923933" cy="3727766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F5E3-6B8A-A44B-A708-59BA87FB9F0D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5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6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7536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9E4503-ED11-3B45-96AC-CCA3E92ECD3F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2570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8134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2350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>
              <a:defRPr>
                <a:solidFill>
                  <a:srgbClr val="F7E6D4"/>
                </a:solidFill>
              </a:defRPr>
            </a:lvl2pPr>
            <a:lvl3pPr>
              <a:defRPr>
                <a:solidFill>
                  <a:srgbClr val="F7E6D4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C8AA2BE-83A7-1947-89C5-48834C1E3938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63424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319065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5612A9B-CA73-D0F3-ABE1-FC8E5A5819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98115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2184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98C8E2EF-2F89-AD4E-B95A-1681168A4D14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18888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74529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2563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42FFF45-ACEA-0D4C-9312-FDEE4F57D97C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392C2B09-FED9-CD68-EB19-3763685C19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6864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687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9369B0F-403C-4542-9947-E363C5E8AC07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648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6289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477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3002"/>
            <a:ext cx="203107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5B992E-E843-584E-AFD9-A9C0E437D7D0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8790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44431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FE6CB20-8EB0-4BD7-42A4-F6F31D2460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91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071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4C9DE37-DBA8-BA4E-8AC6-A40B002F9FC3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264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282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5206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3002"/>
            <a:ext cx="203107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8E28E5-9286-7441-B61C-1E9A52BB0C7A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9800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55441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9B10CE38-B156-5DB3-6F00-712559E3B4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99760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089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9ECEE58F-BD35-844C-990A-4489F9CE5036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40001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85024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170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Autofit/>
          </a:bodyPr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3002"/>
            <a:ext cx="10676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52D23B-3669-BD4A-9D0C-C9C6F7026685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0729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098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223B47-5C7F-2986-2E32-2E065C5989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07856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377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344C25F-7EE2-4F47-AA90-C1721704504B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12295" y="6453002"/>
            <a:ext cx="23351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744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189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733" y="6453002"/>
            <a:ext cx="3494314" cy="365125"/>
          </a:xfrm>
        </p:spPr>
        <p:txBody>
          <a:bodyPr/>
          <a:lstStyle/>
          <a:p>
            <a:fld id="{B9D9A934-EF35-DA4D-BB5A-2E2D4FDEA36C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65192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0833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48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733" y="6453002"/>
            <a:ext cx="3494314" cy="365125"/>
          </a:xfrm>
        </p:spPr>
        <p:txBody>
          <a:bodyPr/>
          <a:lstStyle/>
          <a:p>
            <a:fld id="{27720244-97B8-B04B-BB8D-14E8A439A1F8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65192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0833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4486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733" y="59778"/>
            <a:ext cx="3494314" cy="365125"/>
          </a:xfrm>
        </p:spPr>
        <p:txBody>
          <a:bodyPr/>
          <a:lstStyle/>
          <a:p>
            <a:fld id="{BEF3566B-9796-DD44-A7B6-82B8E3F64E1B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65192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0833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3400347-8F48-BD20-1228-D48AB28663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905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>
            <a:lvl1pPr>
              <a:defRPr sz="9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428E69D-3BAD-E543-9A7D-D90E1713FABF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450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4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1087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7988-DCFE-CF43-B8A3-11EDB5535CE4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9707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71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3696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Autofit/>
          </a:bodyPr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1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0A2866-955E-AF4D-ADC3-C33D5180D297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2790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8431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6646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Line">
            <a:extLst>
              <a:ext uri="{FF2B5EF4-FFF2-40B4-BE49-F238E27FC236}">
                <a16:creationId xmlns:a16="http://schemas.microsoft.com/office/drawing/2014/main" id="{01BCCCD3-4A57-B239-2F1E-687A6429D4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29" y="3205028"/>
            <a:ext cx="5652471" cy="36576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61116443-DE54-77AA-7DB8-69A8D90C2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1702"/>
            <a:ext cx="5652471" cy="2241439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80000"/>
              </a:lnSpc>
              <a:defRPr sz="6200" b="0" i="0" cap="all" spc="-9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3615050"/>
            <a:ext cx="5652472" cy="2607949"/>
          </a:xfr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Date Placeholder 4">
            <a:extLst>
              <a:ext uri="{FF2B5EF4-FFF2-40B4-BE49-F238E27FC236}">
                <a16:creationId xmlns:a16="http://schemas.microsoft.com/office/drawing/2014/main" id="{A222E353-0347-132E-E867-33914DB6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8" y="6453002"/>
            <a:ext cx="106762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62EA116-97E7-DB46-9F07-5EA3E970EA29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6" name="Footer Placeholder 5">
            <a:extLst>
              <a:ext uri="{FF2B5EF4-FFF2-40B4-BE49-F238E27FC236}">
                <a16:creationId xmlns:a16="http://schemas.microsoft.com/office/drawing/2014/main" id="{92329690-3D50-86E1-FAE0-DD69A2A8F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165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7" name="Slide Number Placeholder 6">
            <a:extLst>
              <a:ext uri="{FF2B5EF4-FFF2-40B4-BE49-F238E27FC236}">
                <a16:creationId xmlns:a16="http://schemas.microsoft.com/office/drawing/2014/main" id="{07B01184-B621-2F8C-EACB-F6FE05AA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7293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Picture Placeholder 10">
            <a:extLst>
              <a:ext uri="{FF2B5EF4-FFF2-40B4-BE49-F238E27FC236}">
                <a16:creationId xmlns:a16="http://schemas.microsoft.com/office/drawing/2014/main" id="{B0F21DEB-5E55-D759-1F80-34FBC9BA4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20528" y="0"/>
            <a:ext cx="5305669" cy="6858000"/>
          </a:xfrm>
          <a:blipFill dpi="0" rotWithShape="1">
            <a:blip r:embed="rId4">
              <a:alphaModFix amt="60000"/>
            </a:blip>
            <a:srcRect/>
            <a:stretch>
              <a:fillRect l="-220" t="-3607" r="-1505" b="-903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2861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Line">
            <a:extLst>
              <a:ext uri="{FF2B5EF4-FFF2-40B4-BE49-F238E27FC236}">
                <a16:creationId xmlns:a16="http://schemas.microsoft.com/office/drawing/2014/main" id="{01BCCCD3-4A57-B239-2F1E-687A6429D4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28" y="3210422"/>
            <a:ext cx="6595449" cy="3657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FFCB02B-08FB-F3AA-5366-A6CF8240F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1702"/>
            <a:ext cx="6595446" cy="2241439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80000"/>
              </a:lnSpc>
              <a:defRPr sz="6200" b="0" i="0" cap="all" spc="-9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7" y="3608708"/>
            <a:ext cx="6595447" cy="2614292"/>
          </a:xfr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Date Placeholder 4">
            <a:extLst>
              <a:ext uri="{FF2B5EF4-FFF2-40B4-BE49-F238E27FC236}">
                <a16:creationId xmlns:a16="http://schemas.microsoft.com/office/drawing/2014/main" id="{A222E353-0347-132E-E867-33914DB6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8" y="6453002"/>
            <a:ext cx="106762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2EA116-97E7-DB46-9F07-5EA3E970EA29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6" name="Footer Placeholder 5">
            <a:extLst>
              <a:ext uri="{FF2B5EF4-FFF2-40B4-BE49-F238E27FC236}">
                <a16:creationId xmlns:a16="http://schemas.microsoft.com/office/drawing/2014/main" id="{92329690-3D50-86E1-FAE0-DD69A2A8F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462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7" name="Slide Number Placeholder 6">
            <a:extLst>
              <a:ext uri="{FF2B5EF4-FFF2-40B4-BE49-F238E27FC236}">
                <a16:creationId xmlns:a16="http://schemas.microsoft.com/office/drawing/2014/main" id="{07B01184-B621-2F8C-EACB-F6FE05AA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0026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Picture Placeholder 10">
            <a:extLst>
              <a:ext uri="{FF2B5EF4-FFF2-40B4-BE49-F238E27FC236}">
                <a16:creationId xmlns:a16="http://schemas.microsoft.com/office/drawing/2014/main" id="{B0F21DEB-5E55-D759-1F80-34FBC9BA4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3502" y="0"/>
            <a:ext cx="4328498" cy="6858000"/>
          </a:xfrm>
          <a:blipFill dpi="0" rotWithShape="1">
            <a:blip r:embed="rId4">
              <a:alphaModFix amt="60000"/>
            </a:blip>
            <a:srcRect/>
            <a:stretch>
              <a:fillRect l="-9847" t="-6321" r="-14842" b="-632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5032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0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Line">
            <a:extLst>
              <a:ext uri="{FF2B5EF4-FFF2-40B4-BE49-F238E27FC236}">
                <a16:creationId xmlns:a16="http://schemas.microsoft.com/office/drawing/2014/main" id="{01BCCCD3-4A57-B239-2F1E-687A6429D4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28" y="4326189"/>
            <a:ext cx="6595449" cy="3657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FFCB02B-08FB-F3AA-5366-A6CF8240F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1702"/>
            <a:ext cx="6595446" cy="335006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0000"/>
              </a:lnSpc>
              <a:defRPr sz="9400" b="0" i="0" cap="all" spc="-9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7" y="4707188"/>
            <a:ext cx="6595447" cy="1515811"/>
          </a:xfr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Date Placeholder 4">
            <a:extLst>
              <a:ext uri="{FF2B5EF4-FFF2-40B4-BE49-F238E27FC236}">
                <a16:creationId xmlns:a16="http://schemas.microsoft.com/office/drawing/2014/main" id="{A222E353-0347-132E-E867-33914DB6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28" y="6453002"/>
            <a:ext cx="106762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62EA116-97E7-DB46-9F07-5EA3E970EA29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6" name="Footer Placeholder 5">
            <a:extLst>
              <a:ext uri="{FF2B5EF4-FFF2-40B4-BE49-F238E27FC236}">
                <a16:creationId xmlns:a16="http://schemas.microsoft.com/office/drawing/2014/main" id="{92329690-3D50-86E1-FAE0-DD69A2A8F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955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7" name="Slide Number Placeholder 6">
            <a:extLst>
              <a:ext uri="{FF2B5EF4-FFF2-40B4-BE49-F238E27FC236}">
                <a16:creationId xmlns:a16="http://schemas.microsoft.com/office/drawing/2014/main" id="{07B01184-B621-2F8C-EACB-F6FE05AA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75193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5536CDF8-AA51-ACFF-01A1-5AC91FA2006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63502" y="0"/>
            <a:ext cx="4328498" cy="6858000"/>
          </a:xfrm>
          <a:blipFill dpi="0" rotWithShape="1">
            <a:blip r:embed="rId4">
              <a:alphaModFix amt="60000"/>
            </a:blip>
            <a:srcRect/>
            <a:stretch>
              <a:fillRect l="-9847" t="-6321" r="-14842" b="-632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520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 b="0" i="0" cap="none" spc="3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0" i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9496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58C3043-B413-5C4F-95E7-15D0A907A2D0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81144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785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327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i="0" cap="none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0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96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13E27C-8A13-0C4C-8084-848D924D19E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81144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785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2269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i="0" cap="none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80000"/>
              </a:lnSpc>
              <a:buNone/>
              <a:defRPr sz="30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96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D6CE67-6FF7-B844-84FB-A78950BC7BF2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81144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785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252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Line">
            <a:extLst>
              <a:ext uri="{FF2B5EF4-FFF2-40B4-BE49-F238E27FC236}">
                <a16:creationId xmlns:a16="http://schemas.microsoft.com/office/drawing/2014/main" id="{DFB36249-DEE2-32F0-26BA-85D269AB4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30" y="4362766"/>
            <a:ext cx="10923934" cy="7451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3" y="5107964"/>
            <a:ext cx="9980965" cy="111503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b="0" i="0" cap="none" spc="3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4313" y="634999"/>
            <a:ext cx="11173651" cy="424296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0" i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313" y="6453002"/>
            <a:ext cx="3494314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403F88D-6DA9-5544-AD9E-D5B84C42C3D6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7" y="6453002"/>
            <a:ext cx="42920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0833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85000"/>
              </a:lnSpc>
              <a:buNone/>
              <a:defRPr sz="6200" b="0" i="0" cap="all" spc="-90" baseline="0">
                <a:solidFill>
                  <a:schemeClr val="tx2"/>
                </a:solidFill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add Statement.9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F55651-526C-9848-85D6-36D4FFE0299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8852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6200" b="0" i="0" cap="all" spc="-90" baseline="0"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400" b="0" i="0" cap="all" baseline="0">
                <a:latin typeface="Bahnschrift Semi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4000" b="0" i="0" cap="all" baseline="0">
                <a:latin typeface="Bahnschrift Semi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EC3F-AE58-914D-80FE-8F86336925E2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0362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6200" b="0" i="0" cap="all" spc="-90" baseline="0">
                <a:solidFill>
                  <a:srgbClr val="010102"/>
                </a:solidFill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Bahnschrift Semi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Bahnschrift Semi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6" y="6453002"/>
            <a:ext cx="3494314" cy="365125"/>
          </a:xfrm>
        </p:spPr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fld id="{F8D43F75-AAA6-D94D-83E7-8522B5B9C85D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0579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Star">
            <a:extLst>
              <a:ext uri="{FF2B5EF4-FFF2-40B4-BE49-F238E27FC236}">
                <a16:creationId xmlns:a16="http://schemas.microsoft.com/office/drawing/2014/main" id="{CE1EBC89-4F77-F406-6F55-CF68F0B2B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15022" y="5475285"/>
            <a:ext cx="742942" cy="7429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2135571"/>
            <a:ext cx="10923934" cy="2599051"/>
          </a:xfrm>
        </p:spPr>
        <p:txBody>
          <a:bodyPr anchor="ctr">
            <a:noAutofit/>
          </a:bodyPr>
          <a:lstStyle>
            <a:lvl1pPr marL="0" indent="0">
              <a:lnSpc>
                <a:spcPct val="85000"/>
              </a:lnSpc>
              <a:buNone/>
              <a:defRPr sz="6200" b="0" i="0" cap="all" spc="-90" baseline="0">
                <a:solidFill>
                  <a:schemeClr val="tx2"/>
                </a:solidFill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6218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977FE3-BF7B-8E4A-9CFD-75BECF8C4782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5145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431536"/>
            <a:ext cx="8970264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cap="none" spc="30" baseline="0">
                <a:solidFill>
                  <a:srgbClr val="01010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6200" b="0" i="0" cap="all" spc="-90" baseline="0">
                <a:solidFill>
                  <a:srgbClr val="01010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99616" y="6453002"/>
            <a:ext cx="3494314" cy="365125"/>
          </a:xfrm>
        </p:spPr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fld id="{FC05086C-4FF2-A243-87B6-7357347C3018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536" y="6453002"/>
            <a:ext cx="2805405" cy="365125"/>
          </a:xfrm>
        </p:spPr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3177" y="6453002"/>
            <a:ext cx="429207" cy="365125"/>
          </a:xfrm>
        </p:spPr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0823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1800" b="0" i="0" cap="none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6200" b="0" i="0" cap="all" spc="-9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99616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01614E-17BB-9D44-B180-0EDBEBAF555D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53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317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809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cap="none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6200" b="0" i="0" cap="all" spc="-9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14DAC9-792E-5F42-BFE6-5C2F60D90CF5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67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Star">
            <a:extLst>
              <a:ext uri="{FF2B5EF4-FFF2-40B4-BE49-F238E27FC236}">
                <a16:creationId xmlns:a16="http://schemas.microsoft.com/office/drawing/2014/main" id="{10964672-E518-4D68-E636-8E6CE3F41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15022" y="630244"/>
            <a:ext cx="742942" cy="7429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5475285"/>
            <a:ext cx="10911459" cy="747715"/>
          </a:xfrm>
        </p:spPr>
        <p:txBody>
          <a:bodyPr anchor="t">
            <a:normAutofit/>
          </a:bodyPr>
          <a:lstStyle>
            <a:lvl1pPr>
              <a:lnSpc>
                <a:spcPct val="105000"/>
              </a:lnSpc>
              <a:defRPr sz="1800" b="0" i="0" cap="none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377942"/>
            <a:ext cx="10945317" cy="3350584"/>
          </a:xfrm>
        </p:spPr>
        <p:txBody>
          <a:bodyPr anchor="b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6200" b="0" i="0" cap="all" spc="-9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5300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04386B-8732-1647-8BAD-75995015164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6609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173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22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>
            <a:lvl1pPr>
              <a:lnSpc>
                <a:spcPct val="8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600">
                <a:solidFill>
                  <a:schemeClr val="tx2"/>
                </a:solidFill>
              </a:defRPr>
            </a:lvl2pPr>
            <a:lvl3pPr marL="457200" indent="0">
              <a:buNone/>
              <a:defRPr sz="16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600">
                <a:solidFill>
                  <a:schemeClr val="tx2"/>
                </a:solidFill>
              </a:defRPr>
            </a:lvl2pPr>
            <a:lvl3pPr marL="457200" indent="0">
              <a:buNone/>
              <a:defRPr sz="1600">
                <a:solidFill>
                  <a:schemeClr val="tx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534DE4-6EDC-8F43-9F5B-41CBFAD23001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8952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4593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2457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rgbClr val="F7E6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Line">
            <a:extLst>
              <a:ext uri="{FF2B5EF4-FFF2-40B4-BE49-F238E27FC236}">
                <a16:creationId xmlns:a16="http://schemas.microsoft.com/office/drawing/2014/main" id="{79111B7E-E65A-830F-BB87-73F66B7CA5C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29" y="2477902"/>
            <a:ext cx="10367351" cy="365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8"/>
            <a:ext cx="10367350" cy="1494476"/>
          </a:xfr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9" y="3242950"/>
            <a:ext cx="4714882" cy="2980050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3242950"/>
            <a:ext cx="4714879" cy="2980050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6B0272-E495-D640-B781-3B45457E1DA4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53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172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7490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buNone/>
              <a:defRPr sz="1800" b="1" i="0" cap="all" baseline="0">
                <a:solidFill>
                  <a:srgbClr val="010102"/>
                </a:solidFill>
                <a:latin typeface="Bahnschrift SemiBold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10102"/>
                </a:solidFill>
              </a:defRPr>
            </a:lvl1pPr>
            <a:lvl2pPr marL="228600" indent="0">
              <a:buNone/>
              <a:defRPr sz="1600">
                <a:solidFill>
                  <a:srgbClr val="010102"/>
                </a:solidFill>
              </a:defRPr>
            </a:lvl2pPr>
            <a:lvl3pPr marL="457200" indent="0">
              <a:buNone/>
              <a:defRPr sz="1600">
                <a:solidFill>
                  <a:srgbClr val="010102"/>
                </a:solidFill>
              </a:defRPr>
            </a:lvl3pPr>
            <a:lvl4pPr>
              <a:defRPr>
                <a:solidFill>
                  <a:srgbClr val="010102"/>
                </a:solidFill>
              </a:defRPr>
            </a:lvl4pPr>
            <a:lvl5pPr>
              <a:defRPr>
                <a:solidFill>
                  <a:srgbClr val="01010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fld id="{E350DE56-8A62-6F40-AE7B-B0F9151A9E56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buNone/>
              <a:defRPr sz="1800" b="1" i="0" cap="all" baseline="0">
                <a:solidFill>
                  <a:srgbClr val="010102"/>
                </a:solidFill>
                <a:latin typeface="Bahnschrift SemiBold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10102"/>
                </a:solidFill>
              </a:defRPr>
            </a:lvl1pPr>
            <a:lvl2pPr marL="228600" indent="0">
              <a:buNone/>
              <a:defRPr sz="1600">
                <a:solidFill>
                  <a:srgbClr val="010102"/>
                </a:solidFill>
              </a:defRPr>
            </a:lvl2pPr>
            <a:lvl3pPr marL="457200" indent="0">
              <a:buNone/>
              <a:defRPr sz="1600">
                <a:solidFill>
                  <a:srgbClr val="010102"/>
                </a:solidFill>
              </a:defRPr>
            </a:lvl3pPr>
            <a:lvl4pPr>
              <a:defRPr>
                <a:solidFill>
                  <a:srgbClr val="010102"/>
                </a:solidFill>
              </a:defRPr>
            </a:lvl4pPr>
            <a:lvl5pPr>
              <a:defRPr>
                <a:solidFill>
                  <a:srgbClr val="01010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1010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57075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6" y="6453002"/>
            <a:ext cx="3494314" cy="365125"/>
          </a:xfrm>
        </p:spPr>
        <p:txBody>
          <a:bodyPr/>
          <a:lstStyle/>
          <a:p>
            <a:fld id="{46682AE1-8259-C24A-83BD-5A5FC288291B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891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B23EF8E9-A2B2-B24B-135E-39982FCD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6" y="6453002"/>
            <a:ext cx="3494314" cy="365125"/>
          </a:xfrm>
        </p:spPr>
        <p:txBody>
          <a:bodyPr/>
          <a:lstStyle/>
          <a:p>
            <a:fld id="{46682AE1-8259-C24A-83BD-5A5FC288291B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5A53FD7-649D-8E0C-2C23-3754DE89C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8504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24A0D48-05F5-C62C-79E6-2A12F35C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068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6141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F898E-39A3-5247-ACCC-4612D441D188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0118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759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74162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Autofit/>
          </a:bodyPr>
          <a:lstStyle>
            <a:lvl1pPr>
              <a:defRPr sz="6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E0C54-D3DB-634E-9BB1-24B017BB8435}" type="datetime1">
              <a:rPr lang="en-US" smtClean="0"/>
              <a:t>2/8/2026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4505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46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9287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600">
                <a:solidFill>
                  <a:schemeClr val="tx2"/>
                </a:solidFill>
              </a:defRPr>
            </a:lvl2pPr>
            <a:lvl3pPr marL="457200" indent="0">
              <a:buNone/>
              <a:defRPr sz="1600">
                <a:solidFill>
                  <a:schemeClr val="tx2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69383B-C5E1-4521-99A0-272118635CD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8301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3942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930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9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DDE702-1783-DE4C-A9FC-F2CC2D0D6874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187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ine">
            <a:extLst>
              <a:ext uri="{FF2B5EF4-FFF2-40B4-BE49-F238E27FC236}">
                <a16:creationId xmlns:a16="http://schemas.microsoft.com/office/drawing/2014/main" id="{769E3541-74F7-52C9-B94C-5EA4CD71BC6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776" y="3009004"/>
            <a:ext cx="10945188" cy="365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6" y="634998"/>
            <a:ext cx="10945188" cy="2059433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3594099"/>
            <a:ext cx="10923935" cy="262890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228600" indent="0">
              <a:buNone/>
              <a:defRPr sz="1600">
                <a:solidFill>
                  <a:schemeClr val="tx2"/>
                </a:solidFill>
              </a:defRPr>
            </a:lvl2pPr>
            <a:lvl3pPr marL="457200" indent="0">
              <a:buNone/>
              <a:defRPr sz="1600">
                <a:solidFill>
                  <a:schemeClr val="tx2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776" y="6465447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69383B-C5E1-4521-99A0-272118635CD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7311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875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464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815" y="4362766"/>
            <a:ext cx="11042149" cy="1493518"/>
          </a:xfrm>
        </p:spPr>
        <p:txBody>
          <a:bodyPr anchor="ctr">
            <a:noAutofit/>
          </a:bodyPr>
          <a:lstStyle>
            <a:lvl1pPr algn="l">
              <a:defRPr sz="94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856285"/>
            <a:ext cx="10923934" cy="36671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1" i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006BDCE3-174A-5A48-70E5-1EF0F09154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0"/>
            <a:ext cx="12192000" cy="3981766"/>
          </a:xfrm>
          <a:blipFill dpi="0" rotWithShape="1">
            <a:blip r:embed="rId2">
              <a:alphaModFix amt="60000"/>
            </a:blip>
            <a:srcRect/>
            <a:stretch>
              <a:fillRect t="-4626" b="-1178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980E57-BB79-6C48-B673-A431A12C503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373116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28757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865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 cap="all" spc="30" baseline="0">
                <a:solidFill>
                  <a:schemeClr val="tx2"/>
                </a:solidFill>
                <a:latin typeface="+mn-lt"/>
              </a:defRPr>
            </a:lvl1pPr>
          </a:lstStyle>
          <a:p>
            <a:fld id="{3C3B47DE-62A0-AF46-ADBD-5FB8AD4BE9DF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85041" y="6453002"/>
            <a:ext cx="280540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 cap="all" spc="3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0682" y="6453002"/>
            <a:ext cx="42920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 cap="all" spc="30" baseline="0">
                <a:solidFill>
                  <a:schemeClr val="tx2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80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4" r:id="rId1"/>
    <p:sldLayoutId id="2147484226" r:id="rId2"/>
    <p:sldLayoutId id="2147484228" r:id="rId3"/>
    <p:sldLayoutId id="2147484229" r:id="rId4"/>
    <p:sldLayoutId id="2147484230" r:id="rId5"/>
    <p:sldLayoutId id="2147484231" r:id="rId6"/>
    <p:sldLayoutId id="2147484233" r:id="rId7"/>
    <p:sldLayoutId id="2147484232" r:id="rId8"/>
    <p:sldLayoutId id="2147484234" r:id="rId9"/>
    <p:sldLayoutId id="2147484235" r:id="rId10"/>
    <p:sldLayoutId id="2147484236" r:id="rId11"/>
    <p:sldLayoutId id="2147484237" r:id="rId12"/>
    <p:sldLayoutId id="2147484238" r:id="rId13"/>
    <p:sldLayoutId id="2147484239" r:id="rId14"/>
    <p:sldLayoutId id="2147484240" r:id="rId15"/>
    <p:sldLayoutId id="2147484241" r:id="rId16"/>
    <p:sldLayoutId id="2147484242" r:id="rId17"/>
    <p:sldLayoutId id="2147484243" r:id="rId18"/>
    <p:sldLayoutId id="2147484245" r:id="rId19"/>
    <p:sldLayoutId id="2147484244" r:id="rId20"/>
    <p:sldLayoutId id="2147484227" r:id="rId21"/>
    <p:sldLayoutId id="2147484246" r:id="rId22"/>
    <p:sldLayoutId id="2147484247" r:id="rId23"/>
    <p:sldLayoutId id="2147484251" r:id="rId24"/>
    <p:sldLayoutId id="2147484252" r:id="rId25"/>
    <p:sldLayoutId id="2147484253" r:id="rId26"/>
    <p:sldLayoutId id="2147484254" r:id="rId27"/>
    <p:sldLayoutId id="2147484255" r:id="rId28"/>
    <p:sldLayoutId id="2147484256" r:id="rId29"/>
    <p:sldLayoutId id="2147484257" r:id="rId30"/>
    <p:sldLayoutId id="2147484258" r:id="rId31"/>
    <p:sldLayoutId id="2147484259" r:id="rId32"/>
    <p:sldLayoutId id="2147484260" r:id="rId33"/>
    <p:sldLayoutId id="2147484261" r:id="rId34"/>
    <p:sldLayoutId id="2147484262" r:id="rId35"/>
    <p:sldLayoutId id="2147484263" r:id="rId36"/>
    <p:sldLayoutId id="2147484264" r:id="rId37"/>
    <p:sldLayoutId id="2147484265" r:id="rId38"/>
    <p:sldLayoutId id="2147484248" r:id="rId39"/>
    <p:sldLayoutId id="2147484249" r:id="rId40"/>
    <p:sldLayoutId id="2147484250" r:id="rId41"/>
    <p:sldLayoutId id="2147484266" r:id="rId42"/>
    <p:sldLayoutId id="2147484268" r:id="rId43"/>
    <p:sldLayoutId id="2147484269" r:id="rId44"/>
    <p:sldLayoutId id="2147484267" r:id="rId45"/>
    <p:sldLayoutId id="2147484270" r:id="rId46"/>
    <p:sldLayoutId id="2147484271" r:id="rId47"/>
    <p:sldLayoutId id="2147484273" r:id="rId48"/>
    <p:sldLayoutId id="2147484272" r:id="rId49"/>
    <p:sldLayoutId id="2147484274" r:id="rId50"/>
    <p:sldLayoutId id="2147484275" r:id="rId51"/>
    <p:sldLayoutId id="2147484276" r:id="rId52"/>
    <p:sldLayoutId id="2147484277" r:id="rId53"/>
    <p:sldLayoutId id="2147484278" r:id="rId54"/>
    <p:sldLayoutId id="2147484279" r:id="rId55"/>
    <p:sldLayoutId id="2147484280" r:id="rId56"/>
    <p:sldLayoutId id="2147484281" r:id="rId57"/>
    <p:sldLayoutId id="2147484282" r:id="rId58"/>
    <p:sldLayoutId id="2147484283" r:id="rId59"/>
    <p:sldLayoutId id="2147484284" r:id="rId60"/>
    <p:sldLayoutId id="2147484285" r:id="rId61"/>
    <p:sldLayoutId id="2147484287" r:id="rId62"/>
    <p:sldLayoutId id="2147484286" r:id="rId63"/>
    <p:sldLayoutId id="2147484225" r:id="rId64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6200" b="0" i="0" kern="1200" cap="all" spc="-9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5000"/>
        </a:lnSpc>
        <a:spcBef>
          <a:spcPts val="1000"/>
        </a:spcBef>
        <a:buFont typeface="Arial" panose="020B0604020202020204" pitchFamily="34" charset="0"/>
        <a:buChar char="•"/>
        <a:defRPr sz="1800" b="0" i="0" kern="1200" spc="30" baseline="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1600" b="0" i="0" kern="1200" spc="30" baseline="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1400" b="0" i="0" kern="1200" spc="30" baseline="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044"/>
            <a:ext cx="10923934" cy="4227782"/>
          </a:xfrm>
        </p:spPr>
        <p:txBody>
          <a:bodyPr/>
          <a:lstStyle/>
          <a:p>
            <a:r>
              <a:rPr lang="en-US" sz="6000" dirty="0">
                <a:latin typeface="+mn-lt"/>
              </a:rPr>
              <a:t>AI-Driven mental health intervention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856285"/>
            <a:ext cx="9424374" cy="365760"/>
          </a:xfrm>
        </p:spPr>
        <p:txBody>
          <a:bodyPr/>
          <a:lstStyle/>
          <a:p>
            <a:r>
              <a:rPr lang="en-US" dirty="0"/>
              <a:t>Business Case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528" y="1547583"/>
            <a:ext cx="5309570" cy="1299526"/>
          </a:xfrm>
        </p:spPr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64590C-6BBC-4B86-1530-45A8F3A6284F}"/>
              </a:ext>
            </a:extLst>
          </p:cNvPr>
          <p:cNvSpPr txBox="1">
            <a:spLocks/>
          </p:cNvSpPr>
          <p:nvPr/>
        </p:nvSpPr>
        <p:spPr>
          <a:xfrm>
            <a:off x="5929746" y="2847109"/>
            <a:ext cx="5652472" cy="22412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b="0" i="0" kern="1200" spc="3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spc="3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spc="3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Mental health education campaigns are designed for broad audiences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do not account for individual attitudes, stigma levels, or demographics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 data-driven method to prioritize who should receive which intervention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072A-5F3E-FB56-A498-3CACC2B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635001"/>
            <a:ext cx="5652471" cy="2241439"/>
          </a:xfrm>
        </p:spPr>
        <p:txBody>
          <a:bodyPr anchor="b">
            <a:normAutofit/>
          </a:bodyPr>
          <a:lstStyle/>
          <a:p>
            <a:r>
              <a:rPr lang="en-US" dirty="0"/>
              <a:t>Target markets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E842F-FDC7-B259-9F3B-88630D44DF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3615050"/>
            <a:ext cx="5652472" cy="2607949"/>
          </a:xfrm>
        </p:spPr>
        <p:txBody>
          <a:bodyPr>
            <a:normAutofit/>
          </a:bodyPr>
          <a:lstStyle/>
          <a:p>
            <a:r>
              <a:rPr lang="en-US" sz="2400" dirty="0"/>
              <a:t>Mental Health Clinics</a:t>
            </a:r>
          </a:p>
          <a:p>
            <a:r>
              <a:rPr lang="en-US" sz="2400" dirty="0"/>
              <a:t>Schools</a:t>
            </a:r>
          </a:p>
          <a:p>
            <a:r>
              <a:rPr lang="en-US" sz="2400" dirty="0"/>
              <a:t>Universities</a:t>
            </a:r>
          </a:p>
          <a:p>
            <a:r>
              <a:rPr lang="en-US" sz="2400" dirty="0"/>
              <a:t>Hospitals</a:t>
            </a:r>
          </a:p>
          <a:p>
            <a:r>
              <a:rPr lang="en-US" sz="2400" dirty="0"/>
              <a:t>Research Centres</a:t>
            </a:r>
          </a:p>
        </p:txBody>
      </p:sp>
      <p:pic>
        <p:nvPicPr>
          <p:cNvPr id="1026" name="Picture 2" descr="headspace | healthdirect">
            <a:extLst>
              <a:ext uri="{FF2B5EF4-FFF2-40B4-BE49-F238E27FC236}">
                <a16:creationId xmlns:a16="http://schemas.microsoft.com/office/drawing/2014/main" id="{2E9A5B67-379E-DA89-A02B-1BD2FD3E0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650" y="876300"/>
            <a:ext cx="28575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rygen | Melbourne VIC">
            <a:extLst>
              <a:ext uri="{FF2B5EF4-FFF2-40B4-BE49-F238E27FC236}">
                <a16:creationId xmlns:a16="http://schemas.microsoft.com/office/drawing/2014/main" id="{55134209-52F0-3D2C-1A7A-6DEC1F016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837" y="382333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600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E62F-F757-97CA-69BF-74C05CF95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84BB1-16D4-8510-7BFE-056208DE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3200" b="1" dirty="0"/>
          </a:p>
          <a:p>
            <a:pPr algn="ctr"/>
            <a:endParaRPr lang="en-US" sz="3200" b="1" dirty="0"/>
          </a:p>
          <a:p>
            <a:pPr algn="ctr"/>
            <a:r>
              <a:rPr lang="en-US" sz="3200" b="1" dirty="0"/>
              <a:t>An AI platform that predicts young people’s attitudes toward the helpfulness of anti-psychotic medications</a:t>
            </a:r>
          </a:p>
        </p:txBody>
      </p:sp>
    </p:spTree>
    <p:extLst>
      <p:ext uri="{BB962C8B-B14F-4D97-AF65-F5344CB8AC3E}">
        <p14:creationId xmlns:p14="http://schemas.microsoft.com/office/powerpoint/2010/main" val="16653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887DED8-6AE1-68B6-2A8B-7B962CA7F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5000"/>
            <a:ext cx="4714882" cy="5588000"/>
          </a:xfrm>
        </p:spPr>
        <p:txBody>
          <a:bodyPr/>
          <a:lstStyle/>
          <a:p>
            <a:r>
              <a:rPr lang="en-US" sz="7200" dirty="0"/>
              <a:t>Key outcomes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5AE507D-4CB8-AC6C-888A-88AAAAA0BC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499" y="634999"/>
            <a:ext cx="5271465" cy="55880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89% prediction accuracy</a:t>
            </a:r>
          </a:p>
          <a:p>
            <a:endParaRPr lang="en-US" sz="3200" b="1" dirty="0"/>
          </a:p>
          <a:p>
            <a:r>
              <a:rPr lang="en-US" sz="3200" b="1" dirty="0"/>
              <a:t>Enables targeted, evidence-based mental health education</a:t>
            </a:r>
          </a:p>
          <a:p>
            <a:endParaRPr lang="en-US" sz="3200" b="1" dirty="0"/>
          </a:p>
          <a:p>
            <a:r>
              <a:rPr lang="en-US" sz="3200" b="1" dirty="0"/>
              <a:t>Reduces stigma toward medication treatment pathways</a:t>
            </a:r>
          </a:p>
        </p:txBody>
      </p:sp>
    </p:spTree>
    <p:extLst>
      <p:ext uri="{BB962C8B-B14F-4D97-AF65-F5344CB8AC3E}">
        <p14:creationId xmlns:p14="http://schemas.microsoft.com/office/powerpoint/2010/main" val="1989932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499839-9666-B983-B7D3-39DC6EED6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6" y="634998"/>
            <a:ext cx="10945188" cy="2059433"/>
          </a:xfrm>
        </p:spPr>
        <p:txBody>
          <a:bodyPr/>
          <a:lstStyle/>
          <a:p>
            <a:r>
              <a:rPr lang="en-US" dirty="0"/>
              <a:t>How it creates value</a:t>
            </a:r>
          </a:p>
        </p:txBody>
      </p:sp>
      <p:graphicFrame>
        <p:nvGraphicFramePr>
          <p:cNvPr id="5" name="Content Placeholder 4" descr="Flexible text blocks SmartArt graphic">
            <a:extLst>
              <a:ext uri="{FF2B5EF4-FFF2-40B4-BE49-F238E27FC236}">
                <a16:creationId xmlns:a16="http://schemas.microsoft.com/office/drawing/2014/main" id="{745A5028-0DBB-80EF-887A-5F0686EB134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72182011"/>
              </p:ext>
            </p:extLst>
          </p:nvPr>
        </p:nvGraphicFramePr>
        <p:xfrm>
          <a:off x="633413" y="3426460"/>
          <a:ext cx="10925175" cy="2628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616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9B732-B1AC-BE34-4B6A-E40D4AAE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665027"/>
            <a:ext cx="10911459" cy="4557973"/>
          </a:xfrm>
        </p:spPr>
        <p:txBody>
          <a:bodyPr>
            <a:normAutofit/>
          </a:bodyPr>
          <a:lstStyle/>
          <a:p>
            <a:r>
              <a:rPr lang="en-US" sz="4000" dirty="0"/>
              <a:t>89.3% reduction in wasted outreach spend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87.5% return on education investment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Enables tiered intervention strategies </a:t>
            </a:r>
            <a:br>
              <a:rPr lang="en-US" sz="4000" dirty="0"/>
            </a:br>
            <a:r>
              <a:rPr lang="en-US" sz="4000" dirty="0"/>
              <a:t>(high, medium, low support)</a:t>
            </a:r>
            <a:endParaRPr lang="en-US" sz="4000" noProof="0" dirty="0"/>
          </a:p>
        </p:txBody>
      </p:sp>
    </p:spTree>
    <p:extLst>
      <p:ext uri="{BB962C8B-B14F-4D97-AF65-F5344CB8AC3E}">
        <p14:creationId xmlns:p14="http://schemas.microsoft.com/office/powerpoint/2010/main" val="611099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6A1250-D091-E91B-2385-3D597A2EC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2129474"/>
            <a:ext cx="10923934" cy="763851"/>
          </a:xfrm>
        </p:spPr>
        <p:txBody>
          <a:bodyPr/>
          <a:lstStyle/>
          <a:p>
            <a:r>
              <a:rPr lang="en-AU" dirty="0"/>
              <a:t>Unique value proposition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0FC3C-EA70-A201-B080-6D3D214718CA}"/>
              </a:ext>
            </a:extLst>
          </p:cNvPr>
          <p:cNvSpPr txBox="1"/>
          <p:nvPr/>
        </p:nvSpPr>
        <p:spPr>
          <a:xfrm>
            <a:off x="1251042" y="3043029"/>
            <a:ext cx="968991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Predict attitudes towards medication without asking direct, sensitive questions</a:t>
            </a:r>
          </a:p>
          <a:p>
            <a:endParaRPr lang="en-US" sz="2000" dirty="0"/>
          </a:p>
          <a:p>
            <a:r>
              <a:rPr lang="en-US" sz="2000" dirty="0"/>
              <a:t>Identify skepticism before medication is prescribed</a:t>
            </a:r>
          </a:p>
          <a:p>
            <a:endParaRPr lang="en-AU" sz="2000" dirty="0"/>
          </a:p>
          <a:p>
            <a:r>
              <a:rPr lang="en-AU" sz="2000" dirty="0"/>
              <a:t>Explain why someone is sceptical using feature importance</a:t>
            </a:r>
          </a:p>
          <a:p>
            <a:endParaRPr lang="en-AU" sz="2000" dirty="0"/>
          </a:p>
          <a:p>
            <a:r>
              <a:rPr lang="en-AU" sz="2000" dirty="0"/>
              <a:t>Uses high-quality psychological data</a:t>
            </a:r>
          </a:p>
          <a:p>
            <a:endParaRPr lang="en-AU" sz="2000" dirty="0"/>
          </a:p>
          <a:p>
            <a:r>
              <a:rPr lang="en-AU" sz="2000" dirty="0"/>
              <a:t>Combines mental health expertise with machine learning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22474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7380-A532-66A4-50B3-112ED802A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3" y="5107964"/>
            <a:ext cx="9980965" cy="1115036"/>
          </a:xfrm>
        </p:spPr>
        <p:txBody>
          <a:bodyPr>
            <a:normAutofit/>
          </a:bodyPr>
          <a:lstStyle/>
          <a:p>
            <a:r>
              <a:rPr lang="en-US" dirty="0"/>
              <a:t>Target the right people, with the right message, at the right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7F2BB-F067-C1A6-62D5-1F8FF64A2B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4313" y="266510"/>
            <a:ext cx="11173651" cy="4242964"/>
          </a:xfrm>
        </p:spPr>
        <p:txBody>
          <a:bodyPr/>
          <a:lstStyle/>
          <a:p>
            <a:r>
              <a:rPr lang="en-US" sz="6600" dirty="0"/>
              <a:t>Smarter Mental Health Education Starts With Data</a:t>
            </a:r>
          </a:p>
        </p:txBody>
      </p:sp>
    </p:spTree>
    <p:extLst>
      <p:ext uri="{BB962C8B-B14F-4D97-AF65-F5344CB8AC3E}">
        <p14:creationId xmlns:p14="http://schemas.microsoft.com/office/powerpoint/2010/main" val="1093627239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Elegance_Sales">
  <a:themeElements>
    <a:clrScheme name="Custom 27">
      <a:dk1>
        <a:srgbClr val="000000"/>
      </a:dk1>
      <a:lt1>
        <a:srgbClr val="FFFFFF"/>
      </a:lt1>
      <a:dk2>
        <a:srgbClr val="000102"/>
      </a:dk2>
      <a:lt2>
        <a:srgbClr val="F7E6D3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2B241E"/>
      </a:accent6>
      <a:hlink>
        <a:srgbClr val="FDF2D3"/>
      </a:hlink>
      <a:folHlink>
        <a:srgbClr val="512218"/>
      </a:folHlink>
    </a:clrScheme>
    <a:fontScheme name="Custom 23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Elegance_Sales_win32_KO_V8" id="{A89DB808-B929-4D35-8D17-1EDB8C621B73}" vid="{E738F25A-09DF-4C5B-B9DC-CE0EE2B25E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59F4493-28C5-41EE-82D6-BF149D0719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1A4212-02C6-475D-B332-DC5017D045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185BFC-6E97-4C88-9034-F2A7ED1C005E}">
  <ds:schemaRefs>
    <ds:schemaRef ds:uri="http://schemas.microsoft.com/sharepoint/v3"/>
    <ds:schemaRef ds:uri="71af3243-3dd4-4a8d-8c0d-dd76da1f02a5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16c05727-aa75-4e4a-9b5f-8a80a1165891"/>
    <ds:schemaRef ds:uri="230e9df3-be65-4c73-a93b-d1236ebd677e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Blockwork elegance sales presentation</Template>
  <TotalTime>66</TotalTime>
  <Words>204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Bahnschrift SemiBold</vt:lpstr>
      <vt:lpstr>Bahnschrift SemiLight</vt:lpstr>
      <vt:lpstr>BlockworkElegance_Sales</vt:lpstr>
      <vt:lpstr>AI-Driven mental health intervention platform</vt:lpstr>
      <vt:lpstr>The problem</vt:lpstr>
      <vt:lpstr>Target markets</vt:lpstr>
      <vt:lpstr>The solution</vt:lpstr>
      <vt:lpstr>Key outcomes</vt:lpstr>
      <vt:lpstr>How it creates value</vt:lpstr>
      <vt:lpstr>89.3% reduction in wasted outreach spend  87.5% return on education investment  Enables tiered intervention strategies  (high, medium, low support)</vt:lpstr>
      <vt:lpstr>Unique value proposition</vt:lpstr>
      <vt:lpstr>Target the right people, with the right message, at the right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Choy</dc:creator>
  <cp:lastModifiedBy>Rachel Choy</cp:lastModifiedBy>
  <cp:revision>1</cp:revision>
  <dcterms:created xsi:type="dcterms:W3CDTF">2026-02-08T08:18:20Z</dcterms:created>
  <dcterms:modified xsi:type="dcterms:W3CDTF">2026-02-08T09:24:33Z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